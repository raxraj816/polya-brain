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85491"/>
            <a:ext cx="7315200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spc="2" kern="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POLYABRAIN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914400" y="2669530"/>
            <a:ext cx="73152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9A031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Senior Staff Engineer Implementation Plan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14400" y="3232100"/>
            <a:ext cx="7315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Building Real Intelligence Through Reasoning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14400" y="3491061"/>
            <a:ext cx="7315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Manus AI | May 25,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8353"/>
            <a:ext cx="8229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POLYABRAIN ARCHITECTURE: NINE CORE ENGINES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416667"/>
            <a:ext cx="3714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71550" y="1416667"/>
            <a:ext cx="34932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Problem Representation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71550" y="1625622"/>
            <a:ext cx="34932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Formalizes raw input into computable constraints and entities for systematic processing.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679156" y="1416667"/>
            <a:ext cx="4268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248870" y="1416667"/>
            <a:ext cx="3437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Knowledge Gap Detector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248870" y="1625622"/>
            <a:ext cx="343793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Compares problem requirements against existing semantic and episodic memory to identify unknowns.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" y="2159952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28700" y="2159952"/>
            <a:ext cx="34361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Research &amp; Acquisition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28700" y="2368907"/>
            <a:ext cx="34361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Dynamically searches and scrapes external sources to fill identified knowledge gaps in real-time.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679156" y="2159952"/>
            <a:ext cx="43755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259586" y="2159952"/>
            <a:ext cx="34272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Evidence Evaluation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259586" y="2368907"/>
            <a:ext cx="342721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Rigorously assesses the credibility, relevance, and consistency of all acquired data.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2903237"/>
            <a:ext cx="4268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026914" y="2903237"/>
            <a:ext cx="3437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Reasoning &amp; Hypothesis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26914" y="3112191"/>
            <a:ext cx="343793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Devises first-principles plans and generates potential solution paths based on available evidence.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679156" y="2903237"/>
            <a:ext cx="4321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5254228" y="2903237"/>
            <a:ext cx="3432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Execution Engine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254228" y="3112191"/>
            <a:ext cx="3432572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Carries out planned steps within secure, isolated sandboxes for code execution and tool use.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8353"/>
            <a:ext cx="8229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HYBRID MEMORY SYSTEM FOR CONTINUOUS LEARNING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609409" y="1416667"/>
            <a:ext cx="24824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</a:t>
            </a:r>
            <a:endParaRPr lang="en-US" sz="4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56" y="2157831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003" y="2620389"/>
            <a:ext cx="1593056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SEMANTIC MEMORY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2945430"/>
            <a:ext cx="255269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Stores factual knowledge, concepts, and definitions as high-dimensional embeddings.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186142" y="3705458"/>
            <a:ext cx="10947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9A031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PINECONE / MILVUS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401415" y="1416667"/>
            <a:ext cx="34111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</a:t>
            </a:r>
            <a:endParaRPr lang="en-US" sz="4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38" y="2157831"/>
            <a:ext cx="321469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4000" y="2620389"/>
            <a:ext cx="1835944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PROCEDURAL MEMORY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3295641" y="2945430"/>
            <a:ext cx="255269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Maps relationships between problem-solving strategies, methods, and specific problem types.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087983" y="3705458"/>
            <a:ext cx="96797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9A031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NEO4J GRAPH DB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7237205" y="1416667"/>
            <a:ext cx="34647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</a:t>
            </a:r>
            <a:endParaRPr lang="en-US" sz="4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566" y="2157831"/>
            <a:ext cx="285750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63919" y="2620389"/>
            <a:ext cx="1493044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EPISODIC MEMORY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134081" y="2945430"/>
            <a:ext cx="25527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Preserves the complete history of problem-solving traces for future reference and reflection.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7046109" y="3705458"/>
            <a:ext cx="7286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9A031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POSTGRESQL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8353"/>
            <a:ext cx="8229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1: FOUNDATION &amp; INFRASTRUCTURE (DAYS 1-10)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273792"/>
            <a:ext cx="57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1700213" y="1345230"/>
            <a:ext cx="65293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CORE ORCHESTRATION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00213" y="1620264"/>
            <a:ext cx="6529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Initializing LangGraph for stateful, cyclic multi-agent workflows and defining the global state schema.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14400" y="2227483"/>
            <a:ext cx="57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1700213" y="2298920"/>
            <a:ext cx="65293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MEMORY SCAFFOLDING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700213" y="2573955"/>
            <a:ext cx="6529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Provisioning vector, graph, and relational databases with optimized schemas for semantic and episodic storage.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3181173"/>
            <a:ext cx="57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1700213" y="3252611"/>
            <a:ext cx="65293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LLM INTEGRATION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700213" y="3527645"/>
            <a:ext cx="6529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Setting up standardized wrappers for GPT-4o, Claude 3.5, and local Llama-3 instances for diverse reasoning tasks.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4134864"/>
            <a:ext cx="58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04</a:t>
            </a:r>
            <a:endParaRPr lang="en-US" sz="3500" dirty="0"/>
          </a:p>
        </p:txBody>
      </p:sp>
      <p:sp>
        <p:nvSpPr>
          <p:cNvPr id="14" name="Text 11"/>
          <p:cNvSpPr/>
          <p:nvPr/>
        </p:nvSpPr>
        <p:spPr>
          <a:xfrm>
            <a:off x="1710928" y="4206301"/>
            <a:ext cx="651867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DEVOPS &amp; SECURITY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710928" y="4481336"/>
            <a:ext cx="65186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Implementing Infrastructure as Code (Terraform), managed Kubernetes clusters, and robust API gateway security.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8353"/>
            <a:ext cx="8229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2: PROBLEM UNDERSTANDING &amp; GAP DETECTION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71550" y="1566686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11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614488" y="1566686"/>
            <a:ext cx="712946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Semantic Parsing Engine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14488" y="1825647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Implementing LLM-based extraction of entities, relationships, and constraints into a formal JSON schema.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971550" y="2197122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13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14488" y="2197122"/>
            <a:ext cx="712946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Knowledge Gap Detection Algorithms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14488" y="2456083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Developing logic to compare problem requirements against the current state of Semantic and Episodic memory.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71550" y="2827558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16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614488" y="2827558"/>
            <a:ext cx="712946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Procedural Memory Mapping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614488" y="3086519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Querying the Graph Database to identify missing problem-solving methods or heuristics required for the task.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71550" y="3457994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18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14488" y="3457994"/>
            <a:ext cx="712946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Gap Prioritization &amp; Refinement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614488" y="3716955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Ranking identified gaps by criticality and utilizing human-in-the-loop feedback for continuous accuracy improvement.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5800" y="4309886"/>
            <a:ext cx="369689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9A031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TIMELINE: DAYS 11 - 20 | FOCUS: PROBLEM FORMALIZATION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99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8353"/>
            <a:ext cx="8229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3: DYNAMIC ACQUISITION &amp; EVIDENCE EVALUATION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345230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32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1700213" y="1345230"/>
            <a:ext cx="65293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RESEARCH ENGINE INTEGRATION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00213" y="1620264"/>
            <a:ext cx="6529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Formulating optimized queries for search APIs like Tavily and SerpAPI to bridge identified knowledge gaps.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14400" y="2298920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32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1700213" y="2298920"/>
            <a:ext cx="65293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SMART CONTENT EXTRACTION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700213" y="2573955"/>
            <a:ext cx="6529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Developing robust scrapers to extract structured information from diverse web sources while filtering out boilerplate.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3252611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32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</a:t>
            </a:r>
            <a:endParaRPr lang="en-US" sz="3250" dirty="0"/>
          </a:p>
        </p:txBody>
      </p:sp>
      <p:sp>
        <p:nvSpPr>
          <p:cNvPr id="11" name="Text 8"/>
          <p:cNvSpPr/>
          <p:nvPr/>
        </p:nvSpPr>
        <p:spPr>
          <a:xfrm>
            <a:off x="1700213" y="3252611"/>
            <a:ext cx="65293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CREDIBILITY &amp; CONSISTENCY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700213" y="3527645"/>
            <a:ext cx="6529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Scoring sources based on domain authority and cross-referencing new data with existing knowledge to detect contradictions.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4206301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32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04</a:t>
            </a:r>
            <a:endParaRPr lang="en-US" sz="3250" dirty="0"/>
          </a:p>
        </p:txBody>
      </p:sp>
      <p:sp>
        <p:nvSpPr>
          <p:cNvPr id="14" name="Text 11"/>
          <p:cNvSpPr/>
          <p:nvPr/>
        </p:nvSpPr>
        <p:spPr>
          <a:xfrm>
            <a:off x="1700213" y="4206301"/>
            <a:ext cx="65293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AMBIGUITY MANAGEMENT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700213" y="4481336"/>
            <a:ext cx="6529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Implementing fallback strategies and clarifying question loops for scenarios with insufficient or conflicting information.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8353"/>
            <a:ext cx="8229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4: REASONING, EXECUTION &amp; VERIFICATION (DAYS 31-45)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273792"/>
            <a:ext cx="4286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1328738" y="1345230"/>
            <a:ext cx="71294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Plan Generation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328738" y="1563114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Devising step-by-step first-principles plans guided by procedural memory and problem constraints.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934589"/>
            <a:ext cx="4286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</a:t>
            </a:r>
            <a:endParaRPr lang="en-US" sz="3050" dirty="0"/>
          </a:p>
        </p:txBody>
      </p:sp>
      <p:sp>
        <p:nvSpPr>
          <p:cNvPr id="8" name="Text 5"/>
          <p:cNvSpPr/>
          <p:nvPr/>
        </p:nvSpPr>
        <p:spPr>
          <a:xfrm>
            <a:off x="1328738" y="2006026"/>
            <a:ext cx="71294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Secure Execution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28738" y="2223911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Running generated code and tool calls in isolated Docker/Firecracker sandboxes to ensure safety and reliability.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2595386"/>
            <a:ext cx="4286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</a:t>
            </a:r>
            <a:endParaRPr lang="en-US" sz="3050" dirty="0"/>
          </a:p>
        </p:txBody>
      </p:sp>
      <p:sp>
        <p:nvSpPr>
          <p:cNvPr id="11" name="Text 8"/>
          <p:cNvSpPr/>
          <p:nvPr/>
        </p:nvSpPr>
        <p:spPr>
          <a:xfrm>
            <a:off x="1328738" y="2666823"/>
            <a:ext cx="71294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Verification Engine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328738" y="2884708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Automatically checking outputs against original constraints and expected results using semantic evaluation.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3256183"/>
            <a:ext cx="4286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4</a:t>
            </a:r>
            <a:endParaRPr lang="en-US" sz="3050" dirty="0"/>
          </a:p>
        </p:txBody>
      </p:sp>
      <p:sp>
        <p:nvSpPr>
          <p:cNvPr id="14" name="Text 11"/>
          <p:cNvSpPr/>
          <p:nvPr/>
        </p:nvSpPr>
        <p:spPr>
          <a:xfrm>
            <a:off x="1328738" y="3327620"/>
            <a:ext cx="71294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Hypothesis Testing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328738" y="3545505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Generating additional test cases and searching for counter-examples to validate the proposed solution.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5800" y="3916980"/>
            <a:ext cx="4286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0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5</a:t>
            </a:r>
            <a:endParaRPr lang="en-US" sz="3050" dirty="0"/>
          </a:p>
        </p:txBody>
      </p:sp>
      <p:sp>
        <p:nvSpPr>
          <p:cNvPr id="17" name="Text 14"/>
          <p:cNvSpPr/>
          <p:nvPr/>
        </p:nvSpPr>
        <p:spPr>
          <a:xfrm>
            <a:off x="1328738" y="3988417"/>
            <a:ext cx="71294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Dynamic Adjustment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328738" y="4206301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Enabling the system to revise plans mid-execution based on intermediate results or verification failures.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8353"/>
            <a:ext cx="8229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5: REFLECTION &amp; CONTINUOUS LEARNING (DAYS 46-55)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273792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32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1693069" y="1273792"/>
            <a:ext cx="6765131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ROOT CAUSE &amp; STRATEGY ANALYSIS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3069" y="1532753"/>
            <a:ext cx="67651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Analyzing problem-solving traces to identify critical decision points, successes, and failures for future strategy refinement.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2132828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32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1693069" y="2132828"/>
            <a:ext cx="6765131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MEMORY SYSTEM AUGMENTATION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3069" y="2391789"/>
            <a:ext cx="67651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Ingesting new facts into Semantic Memory and updating Procedural Graph links based on successful heuristics discovered.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2991864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32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</a:t>
            </a:r>
            <a:endParaRPr lang="en-US" sz="3250" dirty="0"/>
          </a:p>
        </p:txBody>
      </p:sp>
      <p:sp>
        <p:nvSpPr>
          <p:cNvPr id="11" name="Text 8"/>
          <p:cNvSpPr/>
          <p:nvPr/>
        </p:nvSpPr>
        <p:spPr>
          <a:xfrm>
            <a:off x="1693069" y="2991864"/>
            <a:ext cx="6765131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REINFORCEMENT LEARNING INTEGRATION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693069" y="3250825"/>
            <a:ext cx="67651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Training PPO/SAC policies to optimize decision-making within the Polya loop, improving plan selection and research efficiency.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3850900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325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04</a:t>
            </a:r>
            <a:endParaRPr lang="en-US" sz="3250" dirty="0"/>
          </a:p>
        </p:txBody>
      </p:sp>
      <p:sp>
        <p:nvSpPr>
          <p:cNvPr id="14" name="Text 11"/>
          <p:cNvSpPr/>
          <p:nvPr/>
        </p:nvSpPr>
        <p:spPr>
          <a:xfrm>
            <a:off x="1693069" y="3850900"/>
            <a:ext cx="6765131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ETHICAL AI &amp; BIAS MITIGATION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693069" y="4109861"/>
            <a:ext cx="67651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Implementing automated bias detection in learning data and enhancing decision explainability for the continuous improvement cycle.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642027" y="4852811"/>
            <a:ext cx="81617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DAYS 46 — 55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8353"/>
            <a:ext cx="8229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6: INTEGRATION, OPTIMIZATION &amp; LAUNCH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71550" y="1566686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56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614488" y="1566686"/>
            <a:ext cx="712946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SYSTEM ASSEMBLY &amp; INTEGRATION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14488" y="1825647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Finalizing the end-to-end integration of all nine engines within LangGraph and validating global data flows.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971550" y="2197122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58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14488" y="2197122"/>
            <a:ext cx="712946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PERFORMANCE &amp; SCALABILITY TUNING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14488" y="2456083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Identifying bottlenecks and optimizing LLM calls and database queries for production-level latency and throughput.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71550" y="2827558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59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614488" y="2827558"/>
            <a:ext cx="712946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SECURITY HARDENING &amp; AUDIT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614488" y="3086519"/>
            <a:ext cx="71294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Conducting external penetration tests, remediating vulnerabilities, and ensuring full data privacy compliance.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71550" y="3457994"/>
            <a:ext cx="4321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60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18059" y="3457994"/>
            <a:ext cx="7125891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MVP DEPLOYMENT &amp; MONITORING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618059" y="3716955"/>
            <a:ext cx="71258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Launching the PolyaBrain MVP to production with comprehensive post-launch monitoring and alerting systems.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717304" y="4309886"/>
            <a:ext cx="370939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TIMELINE: DAYS 56 - 60 | GOAL: PRODUCTION READINESS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6930"/>
            <a:ext cx="73152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spc="1" kern="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REAL INTELLIGENCE BY DAY 60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914400" y="2185960"/>
            <a:ext cx="22955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914400" y="2750316"/>
            <a:ext cx="229551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Transition from a static vision to a fully operational, self-learning problem-solving system.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352791" y="2185960"/>
            <a:ext cx="22955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3352791" y="2750316"/>
            <a:ext cx="229551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robust 60-day roadmap with zero unknown steps, from infrastructure to advanced reflection.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91181" y="2185960"/>
            <a:ext cx="22955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9A031E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5791181" y="2750316"/>
            <a:ext cx="229551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Success defined by the ability to solve unseen problems using first-principles reasoning.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3718992"/>
            <a:ext cx="7315200" cy="33218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1B433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NEXT FRONTIER: AI THAT THINKS, LEARNS, AND UNDERSTANDS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2026-05-24T21:08:39Z</dcterms:created>
  <dcterms:modified xsi:type="dcterms:W3CDTF">2026-05-24T21:08:39Z</dcterms:modified>
</cp:coreProperties>
</file>